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297EB-6938-476B-835F-B095D95C2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16E225-F463-4E74-B040-EF090BB1AC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479D3-2363-4641-ADE1-D2B4638DD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F002-3F47-453B-8BCB-85672F0BED69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8F37E-DD0D-4D2F-96D4-8C474D9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E5CA9-C258-45E7-9A92-B129A97BF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E752A-61AE-4A9B-AC0D-6DE46D7F5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61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2680-80E2-43AA-8A81-20A134490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CB3CD-C8D4-4880-B95F-A3DFE289C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5E53C-2B49-4B5E-815B-4BF56E716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F002-3F47-453B-8BCB-85672F0BED69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AD102-6912-4B21-857F-71151179A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58912-5920-43E7-80B8-656E1A475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E752A-61AE-4A9B-AC0D-6DE46D7F5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40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B9AED-9A8A-494A-B7E6-693970D8B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15869-0637-4940-9477-953C45D9D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2B3DC-425E-4C7B-9ED3-CACC6B6B9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F002-3F47-453B-8BCB-85672F0BED69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7D653-A395-4EEB-B629-D92A01FC1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70C89-982D-4DDE-8E4E-F260650C3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E752A-61AE-4A9B-AC0D-6DE46D7F5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51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75D32-8AD8-4913-ADD5-AF3052AF5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9D051-9190-47ED-B583-223C0D821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1D137-3F17-4DF6-A128-05F8ECD84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6C8B4-A6BA-45B2-A4E3-668702746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F002-3F47-453B-8BCB-85672F0BED69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6F845-82A7-4A2F-B48C-3CB225C1B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5AD9A-8BD1-4CAC-BD3E-EA8B9C90E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E752A-61AE-4A9B-AC0D-6DE46D7F5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23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436BD-F612-4B58-AAEE-3822C06D1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BDAF7-00C5-4CD0-B38F-5E455FB38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0A3030-5D2B-476E-9016-90F63B322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9699B3-7679-43F2-887F-259CBF00EC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D23602-2F06-49BF-B72C-6A8D796494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9331EC-32E7-4D1F-9A43-C098A98B5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F002-3F47-453B-8BCB-85672F0BED69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69EC21-9EAC-4370-ACBD-6C671BE32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15DD37-FEC5-48AD-9886-023DC4404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E752A-61AE-4A9B-AC0D-6DE46D7F5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187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C6DCA-12E7-4F65-9BF6-B4C8099D4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7610B4-3C68-4BC0-A890-592BF8808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F002-3F47-453B-8BCB-85672F0BED69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6855A-E2FC-4F75-ACB4-3342638C2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48D2A-A3EF-49EB-9433-87FF38CA0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E752A-61AE-4A9B-AC0D-6DE46D7F5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451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E2E52B-4B29-445C-9568-96C333D99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F002-3F47-453B-8BCB-85672F0BED69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865CF2-7509-47DC-B331-CD2B63C7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82FDB-2760-47A0-95B0-66B19DBBD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E752A-61AE-4A9B-AC0D-6DE46D7F5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20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E12F0-5879-48D6-8F32-8584981A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9C24D-154C-400B-AD39-E008D6C0C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6F616F-9C9C-43DC-A5E0-02CE0E45B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334FF1-334D-45FE-BF93-B2F70E673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F002-3F47-453B-8BCB-85672F0BED69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9B014-BD09-4E3C-AA15-137D140C6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91FB5-B6E1-416F-BFB7-7B01208AB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E752A-61AE-4A9B-AC0D-6DE46D7F5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765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1056B-2B8A-423B-B6C9-411E5D4FF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6EF3D6-0F43-4854-BEEF-048137FF97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04045-64F9-4DC8-A7C7-107DF7630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390B5-3B57-47B2-807A-AA21458C5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F002-3F47-453B-8BCB-85672F0BED69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2AB0A-C875-4448-A645-4F07D8700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01B8A0-AEC3-4431-ADC7-929128ACF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E752A-61AE-4A9B-AC0D-6DE46D7F5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473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63847-24C1-4ED3-85F8-A92917858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CFD05-DEB6-468E-85B7-3A1F355B7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234F2-338C-4B1A-B049-7CA8D303B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F002-3F47-453B-8BCB-85672F0BED69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05191-6094-4FD0-B557-6EB1D3EA8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8F9F-AC3F-4464-81BA-876F07217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E752A-61AE-4A9B-AC0D-6DE46D7F5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595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C64A50-8337-4389-A906-883EF71C7E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140F8-E1BC-4370-8A17-DDC1D4117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A4D98-25A2-4B4E-B71F-24D283075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F002-3F47-453B-8BCB-85672F0BED69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71AC0-3643-4891-B548-98E8ABCB1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028CA-B886-4BB6-9D9E-811F5811E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E752A-61AE-4A9B-AC0D-6DE46D7F5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267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CCD853-CC1B-459B-8A7C-3EAD10066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B0B3F-78D0-418C-83D2-78E7B55F3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09BC3-02EC-4590-A46E-8129917C22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3F002-3F47-453B-8BCB-85672F0BED69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846A0-228B-46CA-AB4C-984FE1339F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15AF6-4299-4F51-B16D-706715B3F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E752A-61AE-4A9B-AC0D-6DE46D7F5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22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B625B4-7892-4DF2-B8BE-871EE229C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132" y="798990"/>
            <a:ext cx="6332368" cy="5770486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Joined 8 months ware house sales data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Converted MBTIME into 24hr format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Removed outlier data before 09:00 AM and after 06:30 PM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Grouped data by hourly with total amount of sales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Further data exploration and cleaning may be necessary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Applied LSTM on the sales data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Split data in 80% train and 20% test by random sampling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rms error is: $3677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r2 is 0.62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Mean sales per day: $14251.7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BE97FC-F40B-492D-95C1-1E17F1F80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73" y="155174"/>
            <a:ext cx="4768603" cy="4222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5DB0F060-B7A5-4A54-81FD-B8C0123CA6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024" y="4143375"/>
            <a:ext cx="5035302" cy="2714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783E71-758A-47CA-A914-6506DC56D942}"/>
              </a:ext>
            </a:extLst>
          </p:cNvPr>
          <p:cNvSpPr txBox="1"/>
          <p:nvPr/>
        </p:nvSpPr>
        <p:spPr>
          <a:xfrm>
            <a:off x="1070072" y="155174"/>
            <a:ext cx="50259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Kirkborne</a:t>
            </a:r>
            <a:r>
              <a:rPr lang="en-US" sz="2400" b="1" dirty="0"/>
              <a:t> Progress – Sales forecasting</a:t>
            </a:r>
          </a:p>
        </p:txBody>
      </p:sp>
    </p:spTree>
    <p:extLst>
      <p:ext uri="{BB962C8B-B14F-4D97-AF65-F5344CB8AC3E}">
        <p14:creationId xmlns:p14="http://schemas.microsoft.com/office/powerpoint/2010/main" val="2719448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79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venkat mithun kadiyala</dc:creator>
  <cp:lastModifiedBy>venkat mithun kadiyala</cp:lastModifiedBy>
  <cp:revision>4</cp:revision>
  <dcterms:created xsi:type="dcterms:W3CDTF">2020-04-12T16:15:10Z</dcterms:created>
  <dcterms:modified xsi:type="dcterms:W3CDTF">2020-04-12T16:36:23Z</dcterms:modified>
</cp:coreProperties>
</file>